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 Agent Toolkit  -  Nemotron NIMs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NemoDesk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4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IT Ticket AI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IT service-desk automation that triages, routes, and resolves tickets end-to-end.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4800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Agentic AI Open Hackathon  (NVIDIA + gnani.ai)   |   Track A: Agentic Workflows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3492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github.com/Yash-Kavaiya/nemodesk-it-agent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822960" cy="6400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1B0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47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NemoDesk - Enterprise IT Ticket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54710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51960" y="65471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- Agentic Workflows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554480"/>
            <a:ext cx="11247120" cy="96012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554480"/>
            <a:ext cx="73152" cy="96012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4708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16642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volume, rising cost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577840" y="16459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desks face relentless ticket inflow and growing headcount cost.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2651760"/>
            <a:ext cx="11247120" cy="96012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651760"/>
            <a:ext cx="73152" cy="96012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4436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761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inconsistent triage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577840" y="27432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response lags; categorization and priority vary by agent.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3749040"/>
            <a:ext cx="11247120" cy="96012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749040"/>
            <a:ext cx="73152" cy="96012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4164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8587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Tribal-knowledge fixes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5577840" y="38404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agents hunt through scattered runbooks; resolutions aren't standardized.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57200" y="4846320"/>
            <a:ext cx="11247120" cy="96012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" y="4846320"/>
            <a:ext cx="73152" cy="96012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138928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49560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exposure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5577840" y="49377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routinely contain emails, IPs, and credentials that leak into tools.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822960" cy="6400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1B0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47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NemoDesk - Enterprise IT Ticket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54710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51960" y="65471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- Agentic Workflows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611880" cy="329184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7432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60-80%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777240" y="3749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L1 tickets are repetitive &amp; runbook-resolvable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51960" y="1645920"/>
            <a:ext cx="3611880" cy="329184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6596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34840" y="27432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 touch</a:t>
            </a:r>
            <a:endParaRPr lang="en-US" sz="4600" dirty="0"/>
          </a:p>
        </p:txBody>
      </p:sp>
      <p:sp>
        <p:nvSpPr>
          <p:cNvPr id="15" name="Text 11"/>
          <p:cNvSpPr/>
          <p:nvPr/>
        </p:nvSpPr>
        <p:spPr>
          <a:xfrm>
            <a:off x="4572000" y="3749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can own triage -&gt; route -&gt; resolve -&gt; record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46720" y="1645920"/>
            <a:ext cx="3611880" cy="329184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96596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0" y="27432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4600" dirty="0"/>
          </a:p>
        </p:txBody>
      </p:sp>
      <p:sp>
        <p:nvSpPr>
          <p:cNvPr id="19" name="Text 14"/>
          <p:cNvSpPr/>
          <p:nvPr/>
        </p:nvSpPr>
        <p:spPr>
          <a:xfrm>
            <a:off x="8366760" y="3749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instant first response with no fatigue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NemoDesk targets measurable auto-resolution, faster MTTR, and higher SLA adherence.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Solution: NemoDesk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822960" cy="6400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1B0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47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NemoDesk - Enterprise IT Ticket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54710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51960" y="65471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- Agentic Workflows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of cooperating agents takes a raw ticket and returns a complete, auditable outcome: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611880" cy="13258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0604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219456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251960" y="2194560"/>
            <a:ext cx="3611880" cy="13258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60604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219456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P1-P4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8046720" y="2194560"/>
            <a:ext cx="3611880" cy="13258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6060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219456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team + SLA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457200" y="3703320"/>
            <a:ext cx="3611880" cy="13258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1480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370332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steps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251960" y="3703320"/>
            <a:ext cx="3611880" cy="13258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411480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12080" y="370332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ticket id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8046720" y="3703320"/>
            <a:ext cx="3611880" cy="13258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114800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006840" y="370332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redacted first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822960" cy="6400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1B0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47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NemoDesk - Enterprise IT Ticket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54710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51960" y="65471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- Agentic Workflows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 w="19050">
            <a:solidFill>
              <a:srgbClr val="76B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417320"/>
            <a:ext cx="32004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react_agent  -  Nemotron NIM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flipH="1">
            <a:off x="3931920" y="2331720"/>
            <a:ext cx="1005840" cy="777240"/>
          </a:xfrm>
          <a:prstGeom prst="line">
            <a:avLst/>
          </a:prstGeom>
          <a:noFill/>
          <a:ln w="25400">
            <a:solidFill>
              <a:srgbClr val="76B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2331720"/>
            <a:ext cx="1005840" cy="777240"/>
          </a:xfrm>
          <a:prstGeom prst="line">
            <a:avLst/>
          </a:prstGeom>
          <a:noFill/>
          <a:ln w="25400">
            <a:solidFill>
              <a:srgbClr val="76B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310896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242B22"/>
          </a:solidFill>
          <a:ln w="19050">
            <a:solidFill>
              <a:srgbClr val="76B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80160" y="3108960"/>
            <a:ext cx="4572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triage_agent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tool_calling_agent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310896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242B22"/>
          </a:solidFill>
          <a:ln w="19050">
            <a:solidFill>
              <a:srgbClr val="76B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3108960"/>
            <a:ext cx="4572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resolution_agent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tool_calling_agent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566160" y="4023360"/>
            <a:ext cx="0" cy="502920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4023360"/>
            <a:ext cx="0" cy="502920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617720"/>
            <a:ext cx="1210666" cy="457200"/>
          </a:xfrm>
          <a:prstGeom prst="roundRect">
            <a:avLst>
              <a:gd name="adj" fmla="val 12000"/>
            </a:avLst>
          </a:prstGeom>
          <a:solidFill>
            <a:srgbClr val="0D1B0A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617720"/>
            <a:ext cx="12106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pii_redactor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9658" y="4617720"/>
            <a:ext cx="1631290" cy="457200"/>
          </a:xfrm>
          <a:prstGeom prst="roundRect">
            <a:avLst>
              <a:gd name="adj" fmla="val 12000"/>
            </a:avLst>
          </a:prstGeom>
          <a:solidFill>
            <a:srgbClr val="0D1B0A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9658" y="4617720"/>
            <a:ext cx="1631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ticket_classifier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85539" y="4617720"/>
            <a:ext cx="1631290" cy="457200"/>
          </a:xfrm>
          <a:prstGeom prst="roundRect">
            <a:avLst>
              <a:gd name="adj" fmla="val 12000"/>
            </a:avLst>
          </a:prstGeom>
          <a:solidFill>
            <a:srgbClr val="0D1B0A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85539" y="4617720"/>
            <a:ext cx="1631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escalation_router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461772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0D1B0A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617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kb_search (RAG)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28432" y="4617720"/>
            <a:ext cx="1378915" cy="457200"/>
          </a:xfrm>
          <a:prstGeom prst="roundRect">
            <a:avLst>
              <a:gd name="adj" fmla="val 12000"/>
            </a:avLst>
          </a:prstGeom>
          <a:solidFill>
            <a:srgbClr val="0D1B0A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4617720"/>
            <a:ext cx="13789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itsm_connector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NeMo Agent Toolkit multi-agent pattern: a reasoning supervisor delegates to focused expert agents, each with a small tool surface.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the NVIDIA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822960" cy="6400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1B0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47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NemoDesk - Enterprise IT Ticket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54710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51960" y="65471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- Agentic Workflows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5486400" cy="192024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73152" cy="192024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18470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Agent Toolkit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7240" y="25146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orchestration, evaluation, observability; MCP &amp; A2A ready.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1554480"/>
            <a:ext cx="5486400" cy="192024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1554480"/>
            <a:ext cx="73152" cy="192024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7452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18470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NIM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37960" y="25146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nemotron-3-nano-30b-a3b for supervisor reasoning + deterministic tool calls.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3703320"/>
            <a:ext cx="5486400" cy="192024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703320"/>
            <a:ext cx="73152" cy="192024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2336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39959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nv-embedqa-e5-v5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777240" y="4663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embeddings powering runbook RAG retrieval.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217920" y="3703320"/>
            <a:ext cx="5486400" cy="192024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17920" y="3703320"/>
            <a:ext cx="73152" cy="192024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02336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69480" y="39959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NIM-portable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6537960" y="4663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build.nvidia.com or on-prem NIM containers - no tool code changes.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822960" cy="6400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1B0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47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NemoDesk - Enterprise IT Ticket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54710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51960" y="65471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- Agentic Workflows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1247120" cy="13258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2194560" cy="13258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5448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outage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34640" y="1554480"/>
            <a:ext cx="868680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"VPN is down for the whole office"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Network-Operations, SLA 15 min, escalated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1247120" cy="13258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2194560" cy="13258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175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report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3017520"/>
            <a:ext cx="868680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entered my password on a fake page"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PII redacted, escalated to SecOps-CSIRT as P1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11247120" cy="13258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480560"/>
            <a:ext cx="2194560" cy="13258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48056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crash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34640" y="4480560"/>
            <a:ext cx="868680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"Outlook crashes after the latest update"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RAG pulls RB-001, numbered fix, INC ticket created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Enterprise-Grade by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822960" cy="6400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1B0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47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NemoDesk - Enterprise IT Ticket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54710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51960" y="65471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- Agentic Workflows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5486400" cy="13258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5727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at the boundary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20299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masking of emails, IPs, phones, cards, secrets before any LLM call.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1463040"/>
            <a:ext cx="5486400" cy="13258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02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15727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resolutions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086600" y="20299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approved runbooks - no hallucinated fixes.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971800"/>
            <a:ext cx="5486400" cy="13258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290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0815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SLA &amp; routing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25880" y="353872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priority-&gt;team and SLA tables: testable and predictable.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17920" y="2971800"/>
            <a:ext cx="5486400" cy="13258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42900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0815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system of record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86600" y="353872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persisted with a unique INC id, category, priority, team.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480560"/>
            <a:ext cx="5486400" cy="13258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93776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25880" y="45902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1325880" y="504748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+ severity fallback if a model call cannot be parsed.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217920" y="4480560"/>
            <a:ext cx="5486400" cy="13258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937760"/>
            <a:ext cx="411480" cy="4114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086600" y="45902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7086600" y="504748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instrumentation, profiling and eval out of the box.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822960" cy="6400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1B0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47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NemoDesk - Enterprise IT Ticket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54710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51960" y="65471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- Agentic Workflows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eval with RAGAS metrics, judged by a Nemotron NIM.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0"/>
            <a:ext cx="914400" cy="914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2194560"/>
            <a:ext cx="3611880" cy="237744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68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3063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AnswerAccuracy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31520" y="3703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triage + resolution correct vs. the labelled answer?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51960" y="2194560"/>
            <a:ext cx="3611880" cy="237744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4688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26280" y="3063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ResponseGroundedness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526280" y="3703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steps grounded in retrieved runbooks, not invented?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046720" y="2194560"/>
            <a:ext cx="3611880" cy="237744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46888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21040" y="3063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10-ticket dataset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321040" y="3703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across all 8 categories, incl. P1 security cases.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Run:  nat eval --config_file configs/eval_config.yml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ROI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822960" cy="6400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1B0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47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NemoDesk - Enterprise IT Ticket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54710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51960" y="65471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- Agentic Workflows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1247120" cy="1188720"/>
          </a:xfrm>
          <a:prstGeom prst="rect">
            <a:avLst/>
          </a:prstGeom>
          <a:solidFill>
            <a:srgbClr val="242B22"/>
          </a:solidFill>
          <a:ln w="19050">
            <a:solidFill>
              <a:srgbClr val="76B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55448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6B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Deflected tickets  x  avg handle time  x  loaded agent cost  =  $ saved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2697480" cy="20116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356616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43891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MTTR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364992" y="3200400"/>
            <a:ext cx="2697480" cy="20116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356616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56432" y="43891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SLA breaches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272784" y="3200400"/>
            <a:ext cx="2697480" cy="20116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356616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64224" y="43891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quality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9180576" y="3200400"/>
            <a:ext cx="2697480" cy="2011680"/>
          </a:xfrm>
          <a:prstGeom prst="rect">
            <a:avLst/>
          </a:prstGeom>
          <a:solidFill>
            <a:srgbClr val="242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4" y="3566160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3891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coverage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822960" cy="6400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1B0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47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NemoDesk - Enterprise IT Ticket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54710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51960" y="65471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- Agentic Workflows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508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120640" y="15087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NemoDesk tools for other agents to consume.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548640" cy="54864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mesh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120640" y="24231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NemoDesk as a distributed agent node.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548640" cy="54864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337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ITSM connectors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120640" y="33375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mock store for ServiceNow / Jira REST.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548640" cy="54864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251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fine-tuning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120640" y="42519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classifier on historical resolved tickets with NeMo.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548640" cy="54864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25880" y="5166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120640" y="51663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Phoenix / LangSmith tracing in NAT config.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737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deploy NemoDesk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IT ticket automation, agentic and grounded - built on NVIDIA NeMo Agent Toolkit.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need:  </a:t>
            </a:r>
            <a:pPr indent="0" marL="0">
              <a:buNone/>
            </a:pPr>
            <a:r>
              <a:rPr lang="en-US" sz="16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mentorship, and pilot ticket data.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48056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github.com/Yash-Kavaiya/nemodesk-it-agent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Agentic AI Open Hackathon  -  Track A: Agentic Workflows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NemoDesk - Enterprise IT Ticket AI</dc:title>
  <dc:subject>PptxGenJS Presentation</dc:subject>
  <dc:creator>Yash Kavaiya</dc:creator>
  <cp:lastModifiedBy>Yash Kavaiya</cp:lastModifiedBy>
  <cp:revision>1</cp:revision>
  <dcterms:created xsi:type="dcterms:W3CDTF">2026-06-17T18:46:22Z</dcterms:created>
  <dcterms:modified xsi:type="dcterms:W3CDTF">2026-06-17T18:46:22Z</dcterms:modified>
</cp:coreProperties>
</file>